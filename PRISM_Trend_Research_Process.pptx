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Trend Research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six-phase methodology for identifying, validating, and scoring strategic trends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34416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896" y="14173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free APIs + 12 RSS feeds scanned across 6 intelligence categories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947672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12344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23444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352044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303520" y="13441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4173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20440" y="2011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9-tier credibility system. 3–4 sources per trend, B+ minimum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1947672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12344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26480" y="1234440"/>
            <a:ext cx="54864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092440" y="134416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41732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9360" y="1691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Scoring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309360" y="2011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× GP1% Affected × Direction + 12 category exposures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30632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48640" y="3063240"/>
            <a:ext cx="54864" cy="1645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2"/>
          <p:cNvSpPr/>
          <p:nvPr/>
        </p:nvSpPr>
        <p:spPr>
          <a:xfrm>
            <a:off x="73152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2514600" y="31729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896" y="324612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3152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coverage check, consumer journey white spots, senior partner review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8104" y="3776472"/>
            <a:ext cx="164592" cy="16459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337560" y="30632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3337560" y="306324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28"/>
          <p:cNvSpPr/>
          <p:nvPr/>
        </p:nvSpPr>
        <p:spPr>
          <a:xfrm>
            <a:off x="352044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5303520" y="317296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5816" y="3246120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52044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Delphi Review</a:t>
            </a:r>
            <a:endParaRPr lang="en-US" sz="1600" dirty="0"/>
          </a:p>
        </p:txBody>
      </p:sp>
      <p:sp>
        <p:nvSpPr>
          <p:cNvPr id="41" name="Text 31"/>
          <p:cNvSpPr/>
          <p:nvPr/>
        </p:nvSpPr>
        <p:spPr>
          <a:xfrm>
            <a:off x="352044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3-round expert protocol with calibration and debiasing (α &gt; 0.67)</a:t>
            </a:r>
            <a:endParaRPr lang="en-US" sz="10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7024" y="3776472"/>
            <a:ext cx="164592" cy="16459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6126480" y="3063240"/>
            <a:ext cx="2514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6126480" y="306324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34"/>
          <p:cNvSpPr/>
          <p:nvPr/>
        </p:nvSpPr>
        <p:spPr>
          <a:xfrm>
            <a:off x="630936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6" name="Shape 35"/>
          <p:cNvSpPr/>
          <p:nvPr/>
        </p:nvSpPr>
        <p:spPr>
          <a:xfrm>
            <a:off x="8092440" y="317296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246120"/>
            <a:ext cx="219456" cy="219456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309360" y="3520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49" name="Text 37"/>
          <p:cNvSpPr/>
          <p:nvPr/>
        </p:nvSpPr>
        <p:spPr>
          <a:xfrm>
            <a:off x="630936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50–60 validated trends loaded into PRISM with full audit trail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1" name="Text 39"/>
          <p:cNvSpPr/>
          <p:nvPr/>
        </p:nvSpPr>
        <p:spPr>
          <a:xfrm>
            <a:off x="548640" y="4681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APIs + 12 RSS feeds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2697480" y="4681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levels (S through E)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 Tiers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4846320" y="4681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50–60 scored trends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6995160" y="4681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refresh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 Research Process</dc:title>
  <dc:subject>PptxGenJS Presentation</dc:subject>
  <dc:creator>PRISM</dc:creator>
  <cp:lastModifiedBy>PRISM</cp:lastModifiedBy>
  <cp:revision>1</cp:revision>
  <dcterms:created xsi:type="dcterms:W3CDTF">2026-03-31T12:37:42Z</dcterms:created>
  <dcterms:modified xsi:type="dcterms:W3CDTF">2026-03-31T12:37:42Z</dcterms:modified>
</cp:coreProperties>
</file>