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300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QUALITY TIER FRAMEWORK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credibility ranking for PULSE trend intelligence sourcing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0467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325880"/>
                <a:gridCol w="2057400"/>
                <a:gridCol w="2103120"/>
                <a:gridCol w="210312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TYPE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RELIABILITY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USED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Official regulatory / statistical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ECHA, EUR-Lex, Eurostat, USDA, ECB, UN, WHO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Highest — primary legal / statistical authority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fact validation; regulatory timeline confirmation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A+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Tier-1 consulting / analyst with primary data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McKinsey, Bain, BCG, Deloitte, Euromonitor, NIQ, Kantar, Circana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— methodologically rigorous, proprietary research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 sizing; consumer behavior; competitive benchmarks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Investment bank research / Company sources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Goldman Sachs, JP Morgan, Barclays, Henkel AR, P&amp;G / Unilever investor presentations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— equity research rigor, first-party data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Competitive intelligence; margin / growth validation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B+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Specialist market research / Trade press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Kline Group, Spate, Grand View Research, Mordor Intelligence, CosmeticsDesign-Europe, Retail Dive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 — category-specific depth, real-time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Granular category data; competitive product tracking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Industry trade press / Analyst notes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HAPPI, ESM Magazine, BeautyMatter, Beauty Independent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 — real-time, editorially vetted, practitioner-focused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Trend validation; competitive move tracking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press / Aggregators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FT, WSJ, Reuters, Bloomberg, Statista, Technavio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 — directional, not category-specific, often recycled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 context; headline validation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C+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2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Specialized research platforms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Similarweb, data.ai, CB Insights, Patent databases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 — data-driven but limited context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Demand signal validation; innovation tracking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A3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 publications / Academic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Nature, MIT Technology Review, Wired, PubMed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 (academic), moderate (journalism) — credibility check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Scientific validation; innovation frontier tracking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Social media / unverified web sources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TikTok, X (Twitter), Reddit threads, blogs, influencer posts, AI-generated summaries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— anecdotal, unvetted, high noise-to-signal ratio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 signal detection only; never cited without corroboration from B-tier or above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4632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892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6766560" y="4892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POOL MODEL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Source Quality Tier Framework</dc:title>
  <dc:subject>PptxGenJS Presentation</dc:subject>
  <dc:creator>Claude</dc:creator>
  <cp:lastModifiedBy>Claude</cp:lastModifiedBy>
  <cp:revision>1</cp:revision>
  <dcterms:created xsi:type="dcterms:W3CDTF">2026-03-31T07:58:15Z</dcterms:created>
  <dcterms:modified xsi:type="dcterms:W3CDTF">2026-03-31T07:58:15Z</dcterms:modified>
</cp:coreProperties>
</file>