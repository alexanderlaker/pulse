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PRISM, Not Excel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static spreadsheet to living strategic intelligence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86200" cy="4572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V12 (Status Quo)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886200" cy="4572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234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Engine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783080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830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Distributions: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estimates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posteriors with 10K+ MC iterations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3886200" cy="42062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2203704"/>
            <a:ext cx="3886200" cy="42062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037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Dependencies: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treated as independent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2037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Copula-based tail risk + causal DAG propagation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2624328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243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snapshots (2028, 2030)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6243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annual paths 2026–2030 with velocity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44952"/>
            <a:ext cx="3886200" cy="42062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3044952"/>
            <a:ext cx="3886200" cy="42062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449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backtesting capability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0449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against V1–V11 historical 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465576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3465576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4655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Competition: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modeled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4655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Game-theoretic competitive response layer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3886200" cy="42062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3886200"/>
            <a:ext cx="3886200" cy="42062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88620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Support: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only, no recommendations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88620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 optimizer with risk-return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306824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4306824"/>
            <a:ext cx="388620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3068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Intelligence: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periodic updates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43068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scanning with 19 live data feeds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663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iterations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74720" y="4663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Backtested accuracy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4663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API cost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PRISM</dc:title>
  <dc:subject>PptxGenJS Presentation</dc:subject>
  <dc:creator>PRISM</dc:creator>
  <cp:lastModifiedBy>PRISM</cp:lastModifiedBy>
  <cp:revision>1</cp:revision>
  <dcterms:created xsi:type="dcterms:W3CDTF">2026-03-31T12:37:42Z</dcterms:created>
  <dcterms:modified xsi:type="dcterms:W3CDTF">2026-03-31T12:37:42Z</dcterms:modified>
</cp:coreProperties>
</file>